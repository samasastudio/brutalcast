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GENERATIVE UI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 algn="ctr"/>
            <a:r>
              <a:rPr sz="2400" b="0">
                <a:solidFill>
                  <a:srgbClr val="CBD5E1"/>
                </a:solidFill>
                <a:latin typeface="Arial"/>
              </a:rPr>
              <a:t>Building Dynamic Interfaces with AI</a:t>
            </a:r>
          </a:p>
          <a:p>
            <a:pPr algn="ctr"/>
            <a:r>
              <a:rPr sz="2400" b="0">
                <a:solidFill>
                  <a:srgbClr val="CBD5E1"/>
                </a:solidFill>
                <a:latin typeface="Arial"/>
              </a:rPr>
              <a:t>Engineering Deep-Dive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What is Generative 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800" b="1">
                <a:solidFill>
                  <a:srgbClr val="38BDF8"/>
                </a:solidFill>
                <a:latin typeface="Arial"/>
              </a:rPr>
              <a:t>Intent-Based: </a:t>
            </a:r>
            <a:r>
              <a:rPr sz="1800" b="0">
                <a:solidFill>
                  <a:srgbClr val="FFFFFF"/>
                </a:solidFill>
                <a:latin typeface="Arial"/>
              </a:rPr>
              <a:t> Interfaces generated in real-time response to user needs. The system adapts to the question, not the other way around.</a:t>
            </a:r>
          </a:p>
          <a:p>
            <a:pPr lvl="1"/>
            <a:r>
              <a:rPr sz="1800" b="1">
                <a:solidFill>
                  <a:srgbClr val="38BDF8"/>
                </a:solidFill>
                <a:latin typeface="Arial"/>
              </a:rPr>
              <a:t>Component-Driven: </a:t>
            </a:r>
            <a:r>
              <a:rPr sz="1800" b="0">
                <a:solidFill>
                  <a:srgbClr val="FFFFFF"/>
                </a:solidFill>
                <a:latin typeface="Arial"/>
              </a:rPr>
              <a:t> AI orchestrates a trusted Design System, assembling pre-built, tested components into new layouts.</a:t>
            </a:r>
          </a:p>
          <a:p>
            <a:pPr lvl="1"/>
            <a:r>
              <a:rPr sz="1800" b="1">
                <a:solidFill>
                  <a:srgbClr val="38BDF8"/>
                </a:solidFill>
                <a:latin typeface="Arial"/>
              </a:rPr>
              <a:t>Ephemeral: </a:t>
            </a:r>
            <a:r>
              <a:rPr sz="1800" b="0">
                <a:solidFill>
                  <a:srgbClr val="FFFFFF"/>
                </a:solidFill>
                <a:latin typeface="Arial"/>
              </a:rPr>
              <a:t> The interface is transient. It exists only to answer a specific query, then disappears.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Case Study: BrutalCast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AI-Powered Weather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A proof-of-concept application that moves away from the "everything dashboard" to intent-based rendering.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Tech Stack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React + TypeScript + Vite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Google Gemini API (Orchestration)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Vercel SDK (Streaming)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From prompt to pixels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1. Input</a:t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Arial"/>
              </a:rPr>
              <a:t>User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2. Fetch</a:t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Arial"/>
              </a:rPr>
              <a:t>Parallel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3. Plan</a:t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Arial"/>
              </a:rPr>
              <a:t>LLM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4. Router</a:t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Arial"/>
              </a:rPr>
              <a:t>Component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5. Render</a:t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Arial"/>
              </a:rPr>
              <a:t>React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Steps 1 &amp; 2:Intent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Parallel Execution is Key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Don't wait for the LLM.Latency is the enemy. We extract entities immediately and fetch data in parallel with the LLM planning phase.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C8C8C8"/>
                </a:solidFill>
                <a:latin typeface="Courier New"/>
              </a:rPr>
              <a:t>const [weather, plan] = await Promise.all([
  // 1. Fetch raw JSON data
fetchWeather(cities),
  // 2. Start LLM thinking
generateUIPlan(prompt)
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Step 3: The Prompt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We Don't Generate HTML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Generating raw HTML is risky and unmaintainable. Instead, we ask the LLM to generate aPlanusing a strict component registry.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We feed the prompt three key things: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Role:"You are a UI Generator."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Registry:List of valid components.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Context:The raw data we just fetched.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Step 3b: The Schema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1. Define &amp; Inject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We useZodto define the strict shape of our UI. This schema is converted to JSON and fed to the LLM as the "ground truth."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C8C8C8"/>
                </a:solidFill>
                <a:latin typeface="Courier New"/>
              </a:rPr>
              <a:t>
import { z } from "zod";
const PlanSchema = z.object({
  layout: z.enum(["row", "grid"]),
  components: z.array(z.object({
    type: z.enum(["BAR_CHART", "CARD"]),
    props: z.record(z.any())
  }))
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2. Validate Output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We never trust the AI blindly. We parse the output against our schema to catch hallucinations before they break the UI.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C8C8C8"/>
                </a:solidFill>
                <a:latin typeface="Courier New"/>
              </a:rPr>
              <a:t>
const raw = await llm.generate(prompt);
const result = PlanSchema.safeParse(raw);
if (!result.success) {
  // Fallback or Retry
return &lt;ErrorUI /&gt;;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Step 4: The LLM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Structured Output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The LLM returns a clean JSON object. It selects theBAR_CHARTcomponent because the user's intent was to "compare".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It automatically maps the raw weather data into thepropsstructure required by our chart component.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Step 5: Component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The Safety Layer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This is where the magic happens. We map the JSON plan to actual, compiled React components.</a:t>
            </a:r>
          </a:p>
          <a:p>
            <a:r>
              <a:rPr sz="1800" b="0">
                <a:solidFill>
                  <a:srgbClr val="FFFFFF"/>
                </a:solidFill>
                <a:latin typeface="Arial"/>
              </a:rPr>
              <a:t>This ensuresType SafetyandDesign Consistency. The LLM creates the structure; our code handles the rendering.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Trade-offs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Challenges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Latency:LLM inference adds 1-3s overhead.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Determinism:AI might pick the wrong chart.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Security:Injection attacks via props.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 b="1">
                <a:solidFill>
                  <a:srgbClr val="38BDF8"/>
                </a:solidFill>
                <a:latin typeface="Arial"/>
              </a:rPr>
              <a:t>Mitigations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Streaming:Show skeleton UI immediately.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Zod Schema:Strictly validate JSON output.</a:t>
            </a:r>
          </a:p>
          <a:p>
            <a:pPr lvl="1"/>
            <a:r>
              <a:rPr sz="1800" b="0">
                <a:solidFill>
                  <a:srgbClr val="FFFFFF"/>
                </a:solidFill>
                <a:latin typeface="Arial"/>
              </a:rPr>
              <a:t>Whitelisting:Only allow registered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Strategic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19" y="18288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 b="1">
                <a:solidFill>
                  <a:srgbClr val="38BDF8"/>
                </a:solidFill>
                <a:latin typeface="Arial"/>
              </a:rPr>
              <a:t>Engineering Velocity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Shift focus from building single-purpose pages to building capabilities. The UI constructs itself based on the data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 b="1">
                <a:solidFill>
                  <a:srgbClr val="38BDF8"/>
                </a:solidFill>
                <a:latin typeface="Arial"/>
              </a:rPr>
              <a:t>Adaptability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The interface adapts to user context automatically. "Show me high-priority alerts" renders a different view than "Show me historical trends."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 b="1">
                <a:solidFill>
                  <a:srgbClr val="38BDF8"/>
                </a:solidFill>
                <a:latin typeface="Arial"/>
              </a:rPr>
              <a:t>Maintenance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Logic lives in the orchestration layer, not the view layer. You maintain a stable set of dumb components while the AI handles the glue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19" y="18288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 b="1">
                <a:solidFill>
                  <a:srgbClr val="38BDF8"/>
                </a:solidFill>
                <a:latin typeface="Arial"/>
              </a:rPr>
              <a:t>Analytics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Self-serve BI. "Show me Q3 sales vs Q4."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 b="1">
                <a:solidFill>
                  <a:srgbClr val="38BDF8"/>
                </a:solidFill>
                <a:latin typeface="Arial"/>
              </a:rPr>
              <a:t>Support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Context-aware panels for support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 b="1">
                <a:solidFill>
                  <a:srgbClr val="38BDF8"/>
                </a:solidFill>
                <a:latin typeface="Arial"/>
              </a:rPr>
              <a:t>Admin Panels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Auto-generated forms for complex data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Repo: github.com/samasastudio/brutalcast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